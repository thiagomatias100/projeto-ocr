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Faça clique para editar o estilo</a:t>
            </a:r>
            <a:endParaRPr lang="pt-BR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83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1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49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23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18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97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5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91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60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16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637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BR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BR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8FBBB-A40C-4F2D-A9B4-0B11568FC6D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EE752-70E9-4287-8BA6-19EE755EF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61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765665" cy="262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996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0</Words>
  <Application>Microsoft Office PowerPoint</Application>
  <PresentationFormat>Ecrã Panorâmico</PresentationFormat>
  <Paragraphs>0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UFMA</dc:creator>
  <cp:lastModifiedBy>UFMA</cp:lastModifiedBy>
  <cp:revision>3</cp:revision>
  <dcterms:created xsi:type="dcterms:W3CDTF">2025-10-13T14:24:28Z</dcterms:created>
  <dcterms:modified xsi:type="dcterms:W3CDTF">2025-10-13T16:05:04Z</dcterms:modified>
</cp:coreProperties>
</file>